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57" r:id="rId2"/>
    <p:sldId id="259" r:id="rId3"/>
    <p:sldId id="267" r:id="rId4"/>
    <p:sldId id="261" r:id="rId5"/>
    <p:sldId id="268" r:id="rId6"/>
    <p:sldId id="269" r:id="rId7"/>
    <p:sldId id="264" r:id="rId8"/>
    <p:sldId id="270" r:id="rId9"/>
    <p:sldId id="271" r:id="rId10"/>
    <p:sldId id="258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124"/>
    <a:srgbClr val="D7572B"/>
    <a:srgbClr val="CF4520"/>
    <a:srgbClr val="69B3E7"/>
    <a:srgbClr val="0032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66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4EF4E9-38F9-476B-9E70-9F823E8BF97F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1FAABC-0AA4-4E61-A4E3-0ECF43D0EF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5455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1FAABC-0AA4-4E61-A4E3-0ECF43D0EF9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7196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81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846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3167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2638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7034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7932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366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385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496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7077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2872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DAC022-C4BD-4DE5-B6C6-2C8CA39FFCF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9635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2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3999" y="0"/>
            <a:ext cx="9144000" cy="1800225"/>
          </a:xfrm>
        </p:spPr>
        <p:txBody>
          <a:bodyPr>
            <a:noAutofit/>
          </a:bodyPr>
          <a:lstStyle/>
          <a:p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ФЕДЕРАЛЬНОЕ ГОСУДАРСТВЕННОЕ БЮДЖЕТНОЕ ОБРАЗОВАТЕЛЬНОЕ УЧРЕЖДЕНИЕ ВЫСШЕГО ОБРАЗОВАНИЯ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«САНКТ-ПЕТЕРБУРГСКИЙ ГОСУДАРСТВЕННЫЙ УНИВЕРСИТЕТ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ТЕЛЕКОММУНИКАЦИЙ ИМ. ПРОФ. М.А. БОНЧ-БРУЕВИЧА»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(</a:t>
            </a:r>
            <a:r>
              <a:rPr lang="ru-RU" sz="1400" b="1" dirty="0" err="1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)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АРХАНГЕЛЬСКИЙ КОЛЛЕДЖ ТЕЛЕКОММУНИКАЦИЙ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ИМ. Б.Л. РОЗИНГА (ФИЛИАЛ) </a:t>
            </a:r>
            <a:r>
              <a:rPr lang="ru-RU" sz="1400" b="1" dirty="0" err="1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(АКТ (ф) </a:t>
            </a:r>
            <a:r>
              <a:rPr lang="ru-RU" sz="1400" b="1" dirty="0" err="1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) </a:t>
            </a:r>
            <a:endParaRPr lang="ru-RU" sz="14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38186" y="3188295"/>
            <a:ext cx="6577014" cy="1336080"/>
          </a:xfrm>
        </p:spPr>
        <p:txBody>
          <a:bodyPr>
            <a:noAutofit/>
          </a:bodyPr>
          <a:lstStyle/>
          <a:p>
            <a:pPr algn="l">
              <a:lnSpc>
                <a:spcPct val="114000"/>
              </a:lnSpc>
            </a:pPr>
            <a:r>
              <a:rPr lang="ru-RU" sz="3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Разработка подсистемы подачи заявок на мероприятия службы занятости</a:t>
            </a:r>
            <a:endParaRPr lang="ru-RU" sz="3600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114300" y="4905871"/>
            <a:ext cx="3838575" cy="64611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Студент группы ИСПП-</a:t>
            </a:r>
            <a:r>
              <a:rPr lang="en-US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2</a:t>
            </a:r>
            <a:r>
              <a:rPr lang="ru-RU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1: Поршнев Артём Николаевич</a:t>
            </a:r>
          </a:p>
          <a:p>
            <a:pPr algn="l"/>
            <a:r>
              <a:rPr lang="ru-RU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Руководитель: </a:t>
            </a:r>
            <a:r>
              <a:rPr lang="ru-RU" sz="1600" dirty="0" err="1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Маломан</a:t>
            </a:r>
            <a:r>
              <a:rPr lang="ru-RU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 Юлия Сергеевна</a:t>
            </a:r>
            <a:endParaRPr lang="ru-RU" sz="1600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Подзаголовок 2"/>
          <p:cNvSpPr txBox="1">
            <a:spLocks/>
          </p:cNvSpPr>
          <p:nvPr/>
        </p:nvSpPr>
        <p:spPr>
          <a:xfrm>
            <a:off x="5283993" y="6469063"/>
            <a:ext cx="1624013" cy="388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Архангельск, 2025</a:t>
            </a:r>
            <a:endParaRPr lang="ru-RU" sz="1800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7" name="Подзаголовок 2"/>
          <p:cNvSpPr txBox="1">
            <a:spLocks/>
          </p:cNvSpPr>
          <p:nvPr/>
        </p:nvSpPr>
        <p:spPr>
          <a:xfrm>
            <a:off x="-1" y="1999060"/>
            <a:ext cx="5314951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Курсовой проект 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380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2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одзаголовок 2"/>
          <p:cNvSpPr txBox="1">
            <a:spLocks/>
          </p:cNvSpPr>
          <p:nvPr/>
        </p:nvSpPr>
        <p:spPr>
          <a:xfrm>
            <a:off x="4071418" y="0"/>
            <a:ext cx="4049161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Актуальность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688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2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7"/>
          </a:xfrm>
          <a:prstGeom prst="rect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3200400" y="0"/>
            <a:ext cx="579119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Целевая </a:t>
            </a:r>
            <a:r>
              <a:rPr lang="ru-RU" sz="66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аудитория</a:t>
            </a:r>
          </a:p>
        </p:txBody>
      </p:sp>
    </p:spTree>
    <p:extLst>
      <p:ext uri="{BB962C8B-B14F-4D97-AF65-F5344CB8AC3E}">
        <p14:creationId xmlns:p14="http://schemas.microsoft.com/office/powerpoint/2010/main" val="9254911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9B3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8"/>
          </a:xfrm>
          <a:prstGeom prst="rect">
            <a:avLst/>
          </a:prstGeom>
        </p:spPr>
      </p:pic>
      <p:sp>
        <p:nvSpPr>
          <p:cNvPr id="12" name="Подзаголовок 2"/>
          <p:cNvSpPr txBox="1">
            <a:spLocks/>
          </p:cNvSpPr>
          <p:nvPr/>
        </p:nvSpPr>
        <p:spPr>
          <a:xfrm>
            <a:off x="3200400" y="0"/>
            <a:ext cx="579119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Цель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633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9B3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8"/>
          </a:xfrm>
          <a:prstGeom prst="rect">
            <a:avLst/>
          </a:prstGeom>
        </p:spPr>
      </p:pic>
      <p:sp>
        <p:nvSpPr>
          <p:cNvPr id="12" name="Подзаголовок 2"/>
          <p:cNvSpPr txBox="1">
            <a:spLocks/>
          </p:cNvSpPr>
          <p:nvPr/>
        </p:nvSpPr>
        <p:spPr>
          <a:xfrm>
            <a:off x="3200400" y="0"/>
            <a:ext cx="579119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Задачи</a:t>
            </a:r>
          </a:p>
        </p:txBody>
      </p:sp>
    </p:spTree>
    <p:extLst>
      <p:ext uri="{BB962C8B-B14F-4D97-AF65-F5344CB8AC3E}">
        <p14:creationId xmlns:p14="http://schemas.microsoft.com/office/powerpoint/2010/main" val="1889851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9B3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451" y="4899658"/>
            <a:ext cx="1486937" cy="1811498"/>
          </a:xfrm>
          <a:prstGeom prst="rect">
            <a:avLst/>
          </a:prstGeom>
        </p:spPr>
      </p:pic>
      <p:sp>
        <p:nvSpPr>
          <p:cNvPr id="12" name="Подзаголовок 2"/>
          <p:cNvSpPr txBox="1">
            <a:spLocks/>
          </p:cNvSpPr>
          <p:nvPr/>
        </p:nvSpPr>
        <p:spPr>
          <a:xfrm>
            <a:off x="2809875" y="0"/>
            <a:ext cx="657224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Средства разработки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134" y="1245968"/>
            <a:ext cx="2630090" cy="263009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3544" y="1489075"/>
            <a:ext cx="2220079" cy="222007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2741" y="3851823"/>
            <a:ext cx="1627110" cy="162710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5473" y="3280471"/>
            <a:ext cx="2066927" cy="2198459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087" y="3709151"/>
            <a:ext cx="1490815" cy="1490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889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7"/>
            <a:ext cx="1486937" cy="1811498"/>
          </a:xfrm>
          <a:prstGeom prst="rect">
            <a:avLst/>
          </a:prstGeom>
        </p:spPr>
      </p:pic>
      <p:sp>
        <p:nvSpPr>
          <p:cNvPr id="9" name="Подзаголовок 2"/>
          <p:cNvSpPr txBox="1">
            <a:spLocks/>
          </p:cNvSpPr>
          <p:nvPr/>
        </p:nvSpPr>
        <p:spPr>
          <a:xfrm>
            <a:off x="2809875" y="0"/>
            <a:ext cx="657224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Архитектура системы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824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7"/>
            <a:ext cx="1486937" cy="1811498"/>
          </a:xfrm>
          <a:prstGeom prst="rect">
            <a:avLst/>
          </a:prstGeom>
        </p:spPr>
      </p:pic>
      <p:sp>
        <p:nvSpPr>
          <p:cNvPr id="9" name="Подзаголовок 2"/>
          <p:cNvSpPr txBox="1">
            <a:spLocks/>
          </p:cNvSpPr>
          <p:nvPr/>
        </p:nvSpPr>
        <p:spPr>
          <a:xfrm>
            <a:off x="1562100" y="0"/>
            <a:ext cx="906779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0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Преимущества разработанного ПО</a:t>
            </a:r>
            <a:endParaRPr lang="en-US" sz="60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310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7"/>
            <a:ext cx="1486937" cy="1811498"/>
          </a:xfrm>
          <a:prstGeom prst="rect">
            <a:avLst/>
          </a:prstGeom>
        </p:spPr>
      </p:pic>
      <p:sp>
        <p:nvSpPr>
          <p:cNvPr id="9" name="Подзаголовок 2"/>
          <p:cNvSpPr txBox="1">
            <a:spLocks/>
          </p:cNvSpPr>
          <p:nvPr/>
        </p:nvSpPr>
        <p:spPr>
          <a:xfrm>
            <a:off x="4181475" y="0"/>
            <a:ext cx="382904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0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Заключени</a:t>
            </a:r>
            <a:r>
              <a:rPr lang="ru-RU" sz="60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е</a:t>
            </a:r>
            <a:endParaRPr lang="ru-RU" sz="6000" b="1" dirty="0" smtClean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4082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2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3999" y="0"/>
            <a:ext cx="9144000" cy="1800225"/>
          </a:xfrm>
        </p:spPr>
        <p:txBody>
          <a:bodyPr>
            <a:noAutofit/>
          </a:bodyPr>
          <a:lstStyle/>
          <a:p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ФЕДЕРАЛЬНОЕ ГОСУДАРСТВЕННОЕ БЮДЖЕТНОЕ ОБРАЗОВАТЕЛЬНОЕ УЧРЕЖДЕНИЕ ВЫСШЕГО ОБРАЗОВАНИЯ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«САНКТ-ПЕТЕРБУРГСКИЙ ГОСУДАРСТВЕННЫЙ УНИВЕРСИТЕТ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ТЕЛЕКОММУНИКАЦИЙ ИМ. ПРОФ. М.А. БОНЧ-БРУЕВИЧА»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(</a:t>
            </a:r>
            <a:r>
              <a:rPr lang="ru-RU" sz="1400" b="1" dirty="0" err="1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)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АРХАНГЕЛЬСКИЙ КОЛЛЕДЖ ТЕЛЕКОММУНИКАЦИЙ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ИМ. Б.Л. РОЗИНГА (ФИЛИАЛ) </a:t>
            </a:r>
            <a:r>
              <a:rPr lang="ru-RU" sz="1400" b="1" dirty="0" err="1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/>
            </a:r>
            <a:br>
              <a:rPr lang="en-US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(АКТ (ф) </a:t>
            </a:r>
            <a:r>
              <a:rPr lang="ru-RU" sz="1400" b="1" dirty="0" err="1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) </a:t>
            </a:r>
            <a:endParaRPr lang="ru-RU" sz="14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38186" y="3188295"/>
            <a:ext cx="6577014" cy="1336080"/>
          </a:xfrm>
        </p:spPr>
        <p:txBody>
          <a:bodyPr>
            <a:noAutofit/>
          </a:bodyPr>
          <a:lstStyle/>
          <a:p>
            <a:pPr algn="l">
              <a:lnSpc>
                <a:spcPct val="114000"/>
              </a:lnSpc>
            </a:pPr>
            <a:r>
              <a:rPr lang="ru-RU" sz="3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Разработка подсистемы подачи заявок на мероприятия службы занятости</a:t>
            </a:r>
            <a:endParaRPr lang="ru-RU" sz="3600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114300" y="4905871"/>
            <a:ext cx="3838575" cy="64611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Студент группы ИСПП-</a:t>
            </a:r>
            <a:r>
              <a:rPr lang="en-US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2</a:t>
            </a:r>
            <a:r>
              <a:rPr lang="ru-RU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1: Поршнев Артём Николаевич</a:t>
            </a:r>
          </a:p>
          <a:p>
            <a:pPr algn="l"/>
            <a:r>
              <a:rPr lang="ru-RU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Руководитель: </a:t>
            </a:r>
            <a:r>
              <a:rPr lang="ru-RU" sz="1600" dirty="0" err="1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Маломан</a:t>
            </a:r>
            <a:r>
              <a:rPr lang="ru-RU" sz="16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 Юлия Сергеевна</a:t>
            </a:r>
            <a:endParaRPr lang="ru-RU" sz="1600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Подзаголовок 2"/>
          <p:cNvSpPr txBox="1">
            <a:spLocks/>
          </p:cNvSpPr>
          <p:nvPr/>
        </p:nvSpPr>
        <p:spPr>
          <a:xfrm>
            <a:off x="5283993" y="6469063"/>
            <a:ext cx="1624013" cy="388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 smtClean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Архангельск, 2025</a:t>
            </a:r>
            <a:endParaRPr lang="ru-RU" sz="1800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7" name="Подзаголовок 2"/>
          <p:cNvSpPr txBox="1">
            <a:spLocks/>
          </p:cNvSpPr>
          <p:nvPr/>
        </p:nvSpPr>
        <p:spPr>
          <a:xfrm>
            <a:off x="-1" y="1999060"/>
            <a:ext cx="5314951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Курсовой проект 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630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</TotalTime>
  <Words>82</Words>
  <Application>Microsoft Office PowerPoint</Application>
  <PresentationFormat>Широкоэкранный</PresentationFormat>
  <Paragraphs>21</Paragraphs>
  <Slides>10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Bahnschrift Condensed</vt:lpstr>
      <vt:lpstr>Calibri</vt:lpstr>
      <vt:lpstr>Calibri Light</vt:lpstr>
      <vt:lpstr>Тема Office</vt:lpstr>
      <vt:lpstr>ФЕДЕРАЛЬНОЕ ГОСУДАРСТВЕННОЕ БЮДЖЕТНОЕ ОБРАЗОВАТЕЛЬНОЕ УЧРЕЖДЕНИЕ ВЫСШЕГО ОБРАЗОВАНИЯ  «САНКТ-ПЕТЕРБУРГСКИЙ ГОСУДАРСТВЕННЫЙ УНИВЕРСИТЕТ  ТЕЛЕКОММУНИКАЦИЙ ИМ. ПРОФ. М.А. БОНЧ-БРУЕВИЧА»  (СПбГУТ)   АРХАНГЕЛЬСКИЙ КОЛЛЕДЖ ТЕЛЕКОММУНИКАЦИЙ  ИМ. Б.Л. РОЗИНГА (ФИЛИАЛ) СПбГУТ  (АКТ (ф) СПбГУТ)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ФЕДЕРАЛЬНОЕ ГОСУДАРСТВЕННОЕ БЮДЖЕТНОЕ ОБРАЗОВАТЕЛЬНОЕ УЧРЕЖДЕНИЕ ВЫСШЕГО ОБРАЗОВАНИЯ  «САНКТ-ПЕТЕРБУРГСКИЙ ГОСУДАРСТВЕННЫЙ УНИВЕРСИТЕТ  ТЕЛЕКОММУНИКАЦИЙ ИМ. ПРОФ. М.А. БОНЧ-БРУЕВИЧА»  (СПбГУТ)   АРХАНГЕЛЬСКИЙ КОЛЛЕДЖ ТЕЛЕКОММУНИКАЦИЙ  ИМ. Б.Л. РОЗИНГА (ФИЛИАЛ) СПбГУТ  (АКТ (ф) СПбГУТ) </vt:lpstr>
    </vt:vector>
  </TitlesOfParts>
  <Company>АКТ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0109-13</dc:creator>
  <cp:lastModifiedBy>0204</cp:lastModifiedBy>
  <cp:revision>14</cp:revision>
  <dcterms:created xsi:type="dcterms:W3CDTF">2025-12-01T08:18:07Z</dcterms:created>
  <dcterms:modified xsi:type="dcterms:W3CDTF">2025-12-03T08:58:58Z</dcterms:modified>
</cp:coreProperties>
</file>