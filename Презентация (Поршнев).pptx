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2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815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8461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316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2638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70342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932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9366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1385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49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707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2872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DAC022-C4BD-4DE5-B6C6-2C8CA39FFCFB}" type="datetimeFigureOut">
              <a:rPr lang="ru-RU" smtClean="0"/>
              <a:t>01.12.2025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320B6-4962-44D6-AA69-877562DACD1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96359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3999" y="0"/>
            <a:ext cx="9144000" cy="1800225"/>
          </a:xfrm>
        </p:spPr>
        <p:txBody>
          <a:bodyPr>
            <a:noAutofit/>
          </a:bodyPr>
          <a:lstStyle/>
          <a:p>
            <a:r>
              <a:rPr lang="ru-RU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ФЕДЕРАЛЬНОЕ ГОСУДАРСТВЕННОЕ БЮДЖЕТНОЕ ОБРАЗОВАТЕЛЬНОЕ УЧРЕЖДЕНИЕ ВЫСШЕГО ОБРАЗОВАНИЯ </a:t>
            </a:r>
            <a: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«САНКТ-ПЕТЕРБУРГСКИЙ ГОСУДАРСТВЕННЫЙ УНИВЕРСИТЕТ </a:t>
            </a:r>
            <a: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ТЕЛЕКОММУНИКАЦИЙ ИМ. ПРОФ. М.А. БОНЧ-БРУЕВИЧА» </a:t>
            </a:r>
            <a: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</a:t>
            </a:r>
            <a:r>
              <a:rPr lang="ru-RU" sz="1400" b="1" dirty="0" err="1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 </a:t>
            </a:r>
            <a: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АРХАНГЕЛЬСКИЙ КОЛЛЕДЖ ТЕЛЕКОММУНИКАЦИЙ </a:t>
            </a:r>
            <a: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ИМ. Б.Л. РОЗИНГА (ФИЛИАЛ) </a:t>
            </a:r>
            <a:r>
              <a:rPr lang="ru-RU" sz="1400" b="1" dirty="0" err="1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 </a:t>
            </a:r>
            <a: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/>
            </a:r>
            <a:br>
              <a:rPr lang="en-US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</a:br>
            <a:r>
              <a:rPr lang="ru-RU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(АКТ (ф) </a:t>
            </a:r>
            <a:r>
              <a:rPr lang="ru-RU" sz="1400" b="1" dirty="0" err="1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СПбГУТ</a:t>
            </a:r>
            <a:r>
              <a:rPr lang="ru-RU" sz="1400" b="1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) </a:t>
            </a:r>
            <a:endParaRPr lang="ru-RU" sz="14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38186" y="3188295"/>
            <a:ext cx="6577014" cy="1336080"/>
          </a:xfrm>
        </p:spPr>
        <p:txBody>
          <a:bodyPr>
            <a:noAutofit/>
          </a:bodyPr>
          <a:lstStyle/>
          <a:p>
            <a:pPr algn="l">
              <a:lnSpc>
                <a:spcPct val="114000"/>
              </a:lnSpc>
            </a:pPr>
            <a:r>
              <a:rPr lang="ru-RU" sz="3600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Разработка подсистемы подачи заявок на мероприятия службы занятости</a:t>
            </a:r>
            <a:endParaRPr lang="ru-RU" sz="3600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>
          <a:xfrm>
            <a:off x="114300" y="4905871"/>
            <a:ext cx="3838575" cy="64611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1600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Студент группы ИСПП-</a:t>
            </a:r>
            <a:r>
              <a:rPr lang="en-US" sz="1600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2</a:t>
            </a:r>
            <a:r>
              <a:rPr lang="ru-RU" sz="1600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1: Поршнев Артём Николаевич</a:t>
            </a:r>
          </a:p>
          <a:p>
            <a:pPr algn="l"/>
            <a:r>
              <a:rPr lang="ru-RU" sz="1600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Руководитель: </a:t>
            </a:r>
            <a:r>
              <a:rPr lang="ru-RU" sz="1600" dirty="0" err="1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Маломан</a:t>
            </a:r>
            <a:r>
              <a:rPr lang="ru-RU" sz="1600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 Юлия Сергеевна</a:t>
            </a:r>
            <a:endParaRPr lang="ru-RU" sz="1600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6" name="Подзаголовок 2"/>
          <p:cNvSpPr txBox="1">
            <a:spLocks/>
          </p:cNvSpPr>
          <p:nvPr/>
        </p:nvSpPr>
        <p:spPr>
          <a:xfrm>
            <a:off x="5283993" y="6469063"/>
            <a:ext cx="1624013" cy="388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1800" dirty="0" smtClean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Архангельск, 2025</a:t>
            </a:r>
            <a:endParaRPr lang="ru-RU" sz="1800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7" name="Подзаголовок 2"/>
          <p:cNvSpPr txBox="1">
            <a:spLocks/>
          </p:cNvSpPr>
          <p:nvPr/>
        </p:nvSpPr>
        <p:spPr>
          <a:xfrm>
            <a:off x="-1" y="1999060"/>
            <a:ext cx="5314951" cy="10679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6600" b="1" dirty="0">
                <a:solidFill>
                  <a:schemeClr val="bg1"/>
                </a:solidFill>
                <a:latin typeface="Bahnschrift Condensed" panose="020B0502040204020203" pitchFamily="34" charset="0"/>
                <a:cs typeface="Arial" panose="020B0604020202020204" pitchFamily="34" charset="0"/>
              </a:rPr>
              <a:t>Курсовой проект </a:t>
            </a:r>
            <a:endParaRPr lang="en-US" sz="6600" b="1" dirty="0">
              <a:solidFill>
                <a:schemeClr val="bg1"/>
              </a:solidFill>
              <a:latin typeface="Bahnschrift Condensed" panose="020B0502040204020203" pitchFamily="34" charset="0"/>
              <a:cs typeface="Arial" panose="020B0604020202020204" pitchFamily="34" charset="0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5561" y="4703650"/>
            <a:ext cx="1647828" cy="200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765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34</Words>
  <Application>Microsoft Office PowerPoint</Application>
  <PresentationFormat>Широкоэкранный</PresentationFormat>
  <Paragraphs>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Bahnschrift Condensed</vt:lpstr>
      <vt:lpstr>Calibri</vt:lpstr>
      <vt:lpstr>Calibri Light</vt:lpstr>
      <vt:lpstr>Тема Office</vt:lpstr>
      <vt:lpstr>ФЕДЕРАЛЬНОЕ ГОСУДАРСТВЕННОЕ БЮДЖЕТНОЕ ОБРАЗОВАТЕЛЬНОЕ УЧРЕЖДЕНИЕ ВЫСШЕГО ОБРАЗОВАНИЯ  «САНКТ-ПЕТЕРБУРГСКИЙ ГОСУДАРСТВЕННЫЙ УНИВЕРСИТЕТ  ТЕЛЕКОММУНИКАЦИЙ ИМ. ПРОФ. М.А. БОНЧ-БРУЕВИЧА»  (СПбГУТ)   АРХАНГЕЛЬСКИЙ КОЛЛЕДЖ ТЕЛЕКОММУНИКАЦИЙ  ИМ. Б.Л. РОЗИНГА (ФИЛИАЛ) СПбГУТ  (АКТ (ф) СПбГУТ) </vt:lpstr>
    </vt:vector>
  </TitlesOfParts>
  <Company>АКТ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0109-13</dc:creator>
  <cp:lastModifiedBy>0109-13</cp:lastModifiedBy>
  <cp:revision>8</cp:revision>
  <dcterms:created xsi:type="dcterms:W3CDTF">2025-12-01T08:18:07Z</dcterms:created>
  <dcterms:modified xsi:type="dcterms:W3CDTF">2025-12-01T09:48:44Z</dcterms:modified>
</cp:coreProperties>
</file>